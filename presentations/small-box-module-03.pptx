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534549c2194512" /><Relationship Type="http://schemas.openxmlformats.org/officeDocument/2006/relationships/extended-properties" Target="/docProps/app.xml" Id="Rdca9b311da444742" /><Relationship Type="http://schemas.openxmlformats.org/officeDocument/2006/relationships/officeDocument" Target="/ppt/presentation.xml" Id="R172f40a4654f48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73894f825c4ab8"/>
  </p:sldMasterIdLst>
  <p:notesMasterIdLst>
    <p:notesMasterId xmlns:r="http://schemas.openxmlformats.org/officeDocument/2006/relationships" r:id="R30d1201aad7c4427"/>
  </p:notesMasterIdLst>
  <p:sldIdLst>
    <p:sldId xmlns:r="http://schemas.openxmlformats.org/officeDocument/2006/relationships" id="256" r:id="R982e079fe15a40b9"/>
    <p:sldId xmlns:r="http://schemas.openxmlformats.org/officeDocument/2006/relationships" id="257" r:id="Raf22f8420e204dee"/>
    <p:sldId xmlns:r="http://schemas.openxmlformats.org/officeDocument/2006/relationships" id="258" r:id="R4e655106c7504912"/>
    <p:sldId xmlns:r="http://schemas.openxmlformats.org/officeDocument/2006/relationships" id="259" r:id="R2fdec697715646ca"/>
    <p:sldId xmlns:r="http://schemas.openxmlformats.org/officeDocument/2006/relationships" id="260" r:id="Re2d9aa80269241d1"/>
    <p:sldId xmlns:r="http://schemas.openxmlformats.org/officeDocument/2006/relationships" id="261" r:id="R4b99668263404724"/>
    <p:sldId xmlns:r="http://schemas.openxmlformats.org/officeDocument/2006/relationships" id="262" r:id="R1276b141df064d58"/>
    <p:sldId xmlns:r="http://schemas.openxmlformats.org/officeDocument/2006/relationships" id="263" r:id="R13ef758c034e49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884b89c3cd49cd" /><Relationship Type="http://schemas.openxmlformats.org/officeDocument/2006/relationships/slideMaster" Target="/ppt/slideMasters/slideMaster1.xml" Id="Rf473894f825c4ab8" /><Relationship Type="http://schemas.openxmlformats.org/officeDocument/2006/relationships/notesMaster" Target="/ppt/notesMasters/notesMaster1.xml" Id="R30d1201aad7c4427" /><Relationship Type="http://schemas.openxmlformats.org/officeDocument/2006/relationships/presProps" Target="/ppt/presProps.xml" Id="Rb293aa5e76f64ea6" /><Relationship Type="http://schemas.openxmlformats.org/officeDocument/2006/relationships/tableStyles" Target="/ppt/tableStyles.xml" Id="Ra66475b2252c4edd" /><Relationship Type="http://schemas.openxmlformats.org/officeDocument/2006/relationships/slide" Target="/ppt/slides/slide1.xml" Id="R982e079fe15a40b9" /><Relationship Type="http://schemas.openxmlformats.org/officeDocument/2006/relationships/slide" Target="/ppt/slides/slide2.xml" Id="Raf22f8420e204dee" /><Relationship Type="http://schemas.openxmlformats.org/officeDocument/2006/relationships/slide" Target="/ppt/slides/slide3.xml" Id="R4e655106c7504912" /><Relationship Type="http://schemas.openxmlformats.org/officeDocument/2006/relationships/slide" Target="/ppt/slides/slide4.xml" Id="R2fdec697715646ca" /><Relationship Type="http://schemas.openxmlformats.org/officeDocument/2006/relationships/slide" Target="/ppt/slides/slide5.xml" Id="Re2d9aa80269241d1" /><Relationship Type="http://schemas.openxmlformats.org/officeDocument/2006/relationships/slide" Target="/ppt/slides/slide6.xml" Id="R4b99668263404724" /><Relationship Type="http://schemas.openxmlformats.org/officeDocument/2006/relationships/slide" Target="/ppt/slides/slide7.xml" Id="R1276b141df064d58" /><Relationship Type="http://schemas.openxmlformats.org/officeDocument/2006/relationships/slide" Target="/ppt/slides/slide8.xml" Id="R13ef758c034e49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b6a7be4d2348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ca9316f8874c2e" /><Relationship Type="http://schemas.openxmlformats.org/officeDocument/2006/relationships/notesMaster" Target="/ppt/notesMasters/notesMaster1.xml" Id="R0d59d6b4c6dc4c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8831ee216b41dd" /><Relationship Type="http://schemas.openxmlformats.org/officeDocument/2006/relationships/notesMaster" Target="/ppt/notesMasters/notesMaster1.xml" Id="R50b74cb035f24f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55865026424004" /><Relationship Type="http://schemas.openxmlformats.org/officeDocument/2006/relationships/notesMaster" Target="/ppt/notesMasters/notesMaster1.xml" Id="R35c22ecc04d347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9ce3f2c9e14666" /><Relationship Type="http://schemas.openxmlformats.org/officeDocument/2006/relationships/notesMaster" Target="/ppt/notesMasters/notesMaster1.xml" Id="R3b502d71626748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614d2379bf4209" /><Relationship Type="http://schemas.openxmlformats.org/officeDocument/2006/relationships/notesMaster" Target="/ppt/notesMasters/notesMaster1.xml" Id="Re820009e790b48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b9de0ce88f429c" /><Relationship Type="http://schemas.openxmlformats.org/officeDocument/2006/relationships/notesMaster" Target="/ppt/notesMasters/notesMaster1.xml" Id="Rb171e559cf184e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c2ae40c1ec4806" /><Relationship Type="http://schemas.openxmlformats.org/officeDocument/2006/relationships/notesMaster" Target="/ppt/notesMasters/notesMaster1.xml" Id="Rbb4239f9ee8f4c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13184e7e504727" /><Relationship Type="http://schemas.openxmlformats.org/officeDocument/2006/relationships/notesMaster" Target="/ppt/notesMasters/notesMaster1.xml" Id="R418a4842399443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d1dcfcf8d41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f4ac134a424c3d" /><Relationship Type="http://schemas.openxmlformats.org/officeDocument/2006/relationships/slideLayout" Target="/ppt/slideLayouts/slideLayout1.xml" Id="R75ceb24f22f34f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ceb24f22f34f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126da8a78468a" /><Relationship Type="http://schemas.openxmlformats.org/officeDocument/2006/relationships/image" Target="/ppt/media/image.png" Id="Rb35ba30790db4223" /><Relationship Type="http://schemas.openxmlformats.org/officeDocument/2006/relationships/notesSlide" Target="/ppt/notesSlides/notesSlide1.xml" Id="R75976ce61fd241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447d0d61142a2" /><Relationship Type="http://schemas.openxmlformats.org/officeDocument/2006/relationships/notesSlide" Target="/ppt/notesSlides/notesSlide2.xml" Id="Re684b51fab2a42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44f3d9ede4b57" /><Relationship Type="http://schemas.openxmlformats.org/officeDocument/2006/relationships/image" Target="/ppt/media/image2.png" Id="R93b88571de294e84" /><Relationship Type="http://schemas.openxmlformats.org/officeDocument/2006/relationships/notesSlide" Target="/ppt/notesSlides/notesSlide3.xml" Id="R9d33e02eb89144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3aea38bdb478f" /><Relationship Type="http://schemas.openxmlformats.org/officeDocument/2006/relationships/image" Target="/ppt/media/image3.png" Id="R23e4201b53644476" /><Relationship Type="http://schemas.openxmlformats.org/officeDocument/2006/relationships/notesSlide" Target="/ppt/notesSlides/notesSlide4.xml" Id="Rf09b3c2e4d4140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a6d894c594e3b" /><Relationship Type="http://schemas.openxmlformats.org/officeDocument/2006/relationships/image" Target="/ppt/media/image4.png" Id="R9f36ccb0e88646e4" /><Relationship Type="http://schemas.openxmlformats.org/officeDocument/2006/relationships/notesSlide" Target="/ppt/notesSlides/notesSlide5.xml" Id="R82aefb16f66242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8d1b022d14c47" /><Relationship Type="http://schemas.openxmlformats.org/officeDocument/2006/relationships/notesSlide" Target="/ppt/notesSlides/notesSlide6.xml" Id="R46ee5445fb2b49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4a10087d94d20" /><Relationship Type="http://schemas.openxmlformats.org/officeDocument/2006/relationships/notesSlide" Target="/ppt/notesSlides/notesSlide7.xml" Id="Rc2b90313bf1847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ec386478a482c" /><Relationship Type="http://schemas.openxmlformats.org/officeDocument/2006/relationships/notesSlide" Target="/ppt/notesSlides/notesSlide8.xml" Id="Rc497d86c616d49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AC55C-9FA6-47B4-B520-59B40850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74E3D-5848-4055-886C-42370B7D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1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DE5EA-93FA-4AA8-A1E4-A8A0C0CF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E2A"/>
                </a:solidFill>
              </a:defRPr>
            </a:pPr>
            <a:r>
              <a:rPr sz="3900" b="1">
                <a:solidFill>
                  <a:srgbClr val="173E2A"/>
                </a:solidFill>
              </a:rPr>
              <a:t>Small Box: Weeks 5–6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A79A2-4104-423B-8594-66A920EE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25848"/>
                </a:solidFill>
              </a:defRPr>
            </a:pPr>
            <a:r>
              <a:rPr sz="2025" b="0">
                <a:solidFill>
                  <a:srgbClr val="425848"/>
                </a:solidFill>
              </a:rPr>
              <a:t>Lid fitting, finish and evaluation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ba30790db4223"/>
          <a:srcRect xmlns:a="http://schemas.openxmlformats.org/drawingml/2006/main" l="5814" t="0" r="58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066800"/>
            <a:ext cx="3619500" cy="409575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</p:spTree>
    <p:extLst>
      <p:ext uri="{BB962C8B-B14F-4D97-AF65-F5344CB8AC3E}">
        <p14:creationId xmlns:p14="http://schemas.microsoft.com/office/powerpoint/2010/main" val="18915689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81178-B472-443E-8F91-C044E9ED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3B265-C186-4D1F-9444-C3D2A9B2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2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2F14B-54C5-4AA8-A312-19F68FA8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What you will learn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C776E-50C7-4F7F-9A11-301989E4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E2A"/>
                </a:solidFill>
              </a:defRPr>
            </a:pPr>
            <a:r>
              <a:rPr sz="2100" b="1">
                <a:solidFill>
                  <a:srgbClr val="173E2A"/>
                </a:solidFill>
              </a:rPr>
              <a:t>1. Lid and hinge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C89C2-CA55-42D7-B82F-AF5E79AC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E2A"/>
                </a:solidFill>
              </a:defRPr>
            </a:pPr>
            <a:r>
              <a:rPr sz="2100" b="1">
                <a:solidFill>
                  <a:srgbClr val="173E2A"/>
                </a:solidFill>
              </a:rPr>
              <a:t>2. Surface readiness and finish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1715C-0E1A-43F3-90A7-58E57114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E2A"/>
                </a:solidFill>
              </a:defRPr>
            </a:pPr>
            <a:r>
              <a:rPr sz="2100" b="1">
                <a:solidFill>
                  <a:srgbClr val="173E2A"/>
                </a:solidFill>
              </a:rPr>
              <a:t>3. Final quality review</a:t>
            </a:r>
          </a:p>
        </p:txBody>
      </p:sp>
    </p:spTree>
    <p:extLst>
      <p:ext uri="{BB962C8B-B14F-4D97-AF65-F5344CB8AC3E}">
        <p14:creationId xmlns:p14="http://schemas.microsoft.com/office/powerpoint/2010/main" val="7426092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270AF-1C80-447B-9D53-1DB5B8E0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7E46B-7C50-480D-83BF-72717F2E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3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A634A-D8AF-45B9-B9D5-6D1DFEDE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Lid and hinge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4510D-B199-4E20-9BDC-71B18EAE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25848"/>
                </a:solidFill>
              </a:defRPr>
            </a:pPr>
            <a:r>
              <a:rPr sz="1800" b="0">
                <a:solidFill>
                  <a:srgbClr val="425848"/>
                </a:solidFill>
              </a:rPr>
              <a:t>Use the approved project source and teacher direction for exact dimensions, settings and practical methods.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88571de294e84"/>
          <a:srcRect xmlns:a="http://schemas.openxmlformats.org/drawingml/2006/main" l="0" t="9091" r="0" b="90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143000"/>
            <a:ext cx="4191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</p:spTree>
    <p:extLst>
      <p:ext uri="{BB962C8B-B14F-4D97-AF65-F5344CB8AC3E}">
        <p14:creationId xmlns:p14="http://schemas.microsoft.com/office/powerpoint/2010/main" val="7630187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4650F-CBA8-4461-B789-A9384555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A0A3F-CE67-4DDA-9427-E70A8B1D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4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55F37-719D-434A-9CEA-9F83A221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Surface readiness and finish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E94A9-139C-4365-BA4E-1A27C386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25848"/>
                </a:solidFill>
              </a:defRPr>
            </a:pPr>
            <a:r>
              <a:rPr sz="1800" b="0">
                <a:solidFill>
                  <a:srgbClr val="425848"/>
                </a:solidFill>
              </a:rPr>
              <a:t>Use the approved project source and teacher direction for exact dimensions, settings and practical methods.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4201b53644476"/>
          <a:srcRect xmlns:a="http://schemas.openxmlformats.org/drawingml/2006/main" l="15607" t="0" r="156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143000"/>
            <a:ext cx="4191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</p:spTree>
    <p:extLst>
      <p:ext uri="{BB962C8B-B14F-4D97-AF65-F5344CB8AC3E}">
        <p14:creationId xmlns:p14="http://schemas.microsoft.com/office/powerpoint/2010/main" val="18481801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AE988-B33D-48F8-9165-45527A77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F1309-E833-4084-8AB8-B073D8BD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5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1A5BF-6D48-470E-AF02-61BFFBDF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Final quality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4CE82-037F-47C9-AEF5-0175BC31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25848"/>
                </a:solidFill>
              </a:defRPr>
            </a:pPr>
            <a:r>
              <a:rPr sz="1800" b="0">
                <a:solidFill>
                  <a:srgbClr val="425848"/>
                </a:solidFill>
              </a:rPr>
              <a:t>Use the approved project source and teacher direction for exact dimensions, settings and practical methods.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6ccb0e88646e4"/>
          <a:srcRect xmlns:a="http://schemas.openxmlformats.org/drawingml/2006/main" l="15607" t="0" r="156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143000"/>
            <a:ext cx="4191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</p:spTree>
    <p:extLst>
      <p:ext uri="{BB962C8B-B14F-4D97-AF65-F5344CB8AC3E}">
        <p14:creationId xmlns:p14="http://schemas.microsoft.com/office/powerpoint/2010/main" val="1027695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5C8DB-DDA2-4630-AC62-A82381E1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2D022-1458-4C1D-AB26-00DB8DD3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6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25075-CAE8-458C-8164-678EAD1F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Check your understanding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F81A2-37F1-48AC-84EF-C5CFD3F4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E2A"/>
                </a:solidFill>
              </a:defRPr>
            </a:pPr>
            <a:r>
              <a:rPr sz="1950" b="0">
                <a:solidFill>
                  <a:srgbClr val="173E2A"/>
                </a:solidFill>
              </a:rPr>
              <a:t>Use the module knowledge checks after each theory section. Revisit the relevant explanation before changing an answer.</a:t>
            </a:r>
          </a:p>
        </p:txBody>
      </p:sp>
    </p:spTree>
    <p:extLst>
      <p:ext uri="{BB962C8B-B14F-4D97-AF65-F5344CB8AC3E}">
        <p14:creationId xmlns:p14="http://schemas.microsoft.com/office/powerpoint/2010/main" val="9265586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1621B-5F70-41A4-ABD6-E2F5AFD9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5DF38-E12F-488F-B0AF-1026504F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7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63A18-25B5-4B4E-BB53-BA49B84F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Read · Select · Explain ·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86005-4BE0-4012-AEB2-9864DAAF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38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E2A"/>
                </a:solidFill>
              </a:defRPr>
            </a:pPr>
            <a:r>
              <a:rPr sz="1950" b="0">
                <a:solidFill>
                  <a:srgbClr val="173E2A"/>
                </a:solidFill>
              </a:rPr>
              <a:t>Read the question. Select evidence from the theory. Explain your decision in a complete sentence. Check it against the supplied guidance.</a:t>
            </a:r>
          </a:p>
        </p:txBody>
      </p:sp>
    </p:spTree>
    <p:extLst>
      <p:ext uri="{BB962C8B-B14F-4D97-AF65-F5344CB8AC3E}">
        <p14:creationId xmlns:p14="http://schemas.microsoft.com/office/powerpoint/2010/main" val="2193314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B7377-81FF-4616-A58E-D78414A3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A40"/>
                </a:solidFill>
              </a:defRPr>
            </a:pPr>
            <a:r>
              <a:rPr sz="1050" b="1">
                <a:solidFill>
                  <a:srgbClr val="2B6A40"/>
                </a:solidFill>
              </a:rPr>
              <a:t>SMALL BOX GUIDED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46840-9000-4063-AD23-B2B57C20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266"/>
                </a:solidFill>
              </a:defRPr>
            </a:pPr>
            <a:r>
              <a:rPr sz="1050" b="1">
                <a:solidFill>
                  <a:srgbClr val="627266"/>
                </a:solidFill>
              </a:rPr>
              <a:t>8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62381-EF63-443B-AB30-F2D70FEB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E2A"/>
                </a:solidFill>
              </a:defRPr>
            </a:pPr>
            <a:r>
              <a:rPr sz="3000" b="1">
                <a:solidFill>
                  <a:srgbClr val="173E2A"/>
                </a:solidFill>
              </a:rPr>
              <a:t>Before you leave the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23AD2-4D81-4A7A-A6DB-E98DF96B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E2A"/>
                </a:solidFill>
              </a:defRPr>
            </a:pPr>
            <a:r>
              <a:rPr sz="1950" b="0">
                <a:solidFill>
                  <a:srgbClr val="173E2A"/>
                </a:solidFill>
              </a:rPr>
              <a:t>Save your evidence, record any teacher questions and download your completed module PDF.</a:t>
            </a:r>
          </a:p>
        </p:txBody>
      </p:sp>
    </p:spTree>
    <p:extLst>
      <p:ext uri="{BB962C8B-B14F-4D97-AF65-F5344CB8AC3E}">
        <p14:creationId xmlns:p14="http://schemas.microsoft.com/office/powerpoint/2010/main" val="15165539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2026-08-15T09:15:47.6700000Z</dcterms:created>
  <dcterms:modified xsi:type="dcterms:W3CDTF">2026-08-15T09:15:47.6700000Z</dcterms:modified>
</coreProperties>
</file>