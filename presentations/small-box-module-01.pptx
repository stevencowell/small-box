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183f4264074f27" /><Relationship Type="http://schemas.openxmlformats.org/officeDocument/2006/relationships/extended-properties" Target="/docProps/app.xml" Id="R67f3014e41a54f90" /><Relationship Type="http://schemas.openxmlformats.org/officeDocument/2006/relationships/officeDocument" Target="/ppt/presentation.xml" Id="Ra6147f282b644d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ad08bb1ebc4496"/>
  </p:sldMasterIdLst>
  <p:notesMasterIdLst>
    <p:notesMasterId xmlns:r="http://schemas.openxmlformats.org/officeDocument/2006/relationships" r:id="R1f65f3a124774e1d"/>
  </p:notesMasterIdLst>
  <p:sldIdLst>
    <p:sldId xmlns:r="http://schemas.openxmlformats.org/officeDocument/2006/relationships" id="256" r:id="Rb678b2bd936f479b"/>
    <p:sldId xmlns:r="http://schemas.openxmlformats.org/officeDocument/2006/relationships" id="257" r:id="R6207145eb59f4b8f"/>
    <p:sldId xmlns:r="http://schemas.openxmlformats.org/officeDocument/2006/relationships" id="258" r:id="R4333fdea35c54a3d"/>
    <p:sldId xmlns:r="http://schemas.openxmlformats.org/officeDocument/2006/relationships" id="259" r:id="R9c3269d7841542cb"/>
    <p:sldId xmlns:r="http://schemas.openxmlformats.org/officeDocument/2006/relationships" id="260" r:id="Rc8c735557a4244c5"/>
    <p:sldId xmlns:r="http://schemas.openxmlformats.org/officeDocument/2006/relationships" id="261" r:id="R6031e4df68c54c0c"/>
    <p:sldId xmlns:r="http://schemas.openxmlformats.org/officeDocument/2006/relationships" id="262" r:id="R70ec152cb14f454a"/>
    <p:sldId xmlns:r="http://schemas.openxmlformats.org/officeDocument/2006/relationships" id="263" r:id="R937a571a1c2b43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aaddbf307443d4" /><Relationship Type="http://schemas.openxmlformats.org/officeDocument/2006/relationships/slideMaster" Target="/ppt/slideMasters/slideMaster1.xml" Id="R8cad08bb1ebc4496" /><Relationship Type="http://schemas.openxmlformats.org/officeDocument/2006/relationships/notesMaster" Target="/ppt/notesMasters/notesMaster1.xml" Id="R1f65f3a124774e1d" /><Relationship Type="http://schemas.openxmlformats.org/officeDocument/2006/relationships/presProps" Target="/ppt/presProps.xml" Id="R8bc23932547c44e6" /><Relationship Type="http://schemas.openxmlformats.org/officeDocument/2006/relationships/tableStyles" Target="/ppt/tableStyles.xml" Id="R93392ed014bf4831" /><Relationship Type="http://schemas.openxmlformats.org/officeDocument/2006/relationships/slide" Target="/ppt/slides/slide1.xml" Id="Rb678b2bd936f479b" /><Relationship Type="http://schemas.openxmlformats.org/officeDocument/2006/relationships/slide" Target="/ppt/slides/slide2.xml" Id="R6207145eb59f4b8f" /><Relationship Type="http://schemas.openxmlformats.org/officeDocument/2006/relationships/slide" Target="/ppt/slides/slide3.xml" Id="R4333fdea35c54a3d" /><Relationship Type="http://schemas.openxmlformats.org/officeDocument/2006/relationships/slide" Target="/ppt/slides/slide4.xml" Id="R9c3269d7841542cb" /><Relationship Type="http://schemas.openxmlformats.org/officeDocument/2006/relationships/slide" Target="/ppt/slides/slide5.xml" Id="Rc8c735557a4244c5" /><Relationship Type="http://schemas.openxmlformats.org/officeDocument/2006/relationships/slide" Target="/ppt/slides/slide6.xml" Id="R6031e4df68c54c0c" /><Relationship Type="http://schemas.openxmlformats.org/officeDocument/2006/relationships/slide" Target="/ppt/slides/slide7.xml" Id="R70ec152cb14f454a" /><Relationship Type="http://schemas.openxmlformats.org/officeDocument/2006/relationships/slide" Target="/ppt/slides/slide8.xml" Id="R937a571a1c2b43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f931a810f149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048084725a42a2" /><Relationship Type="http://schemas.openxmlformats.org/officeDocument/2006/relationships/notesMaster" Target="/ppt/notesMasters/notesMaster1.xml" Id="R86572c1aa5f042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7e9b964af44a61" /><Relationship Type="http://schemas.openxmlformats.org/officeDocument/2006/relationships/notesMaster" Target="/ppt/notesMasters/notesMaster1.xml" Id="R50f082392fdf47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b825b806d34a64" /><Relationship Type="http://schemas.openxmlformats.org/officeDocument/2006/relationships/notesMaster" Target="/ppt/notesMasters/notesMaster1.xml" Id="Rc50dfc7e286e47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9a521765a84ab3" /><Relationship Type="http://schemas.openxmlformats.org/officeDocument/2006/relationships/notesMaster" Target="/ppt/notesMasters/notesMaster1.xml" Id="R59ab9554802445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85b0b9d6e34e9b" /><Relationship Type="http://schemas.openxmlformats.org/officeDocument/2006/relationships/notesMaster" Target="/ppt/notesMasters/notesMaster1.xml" Id="Rc0ac6b97fa3f4f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c9637c2e5d49fd" /><Relationship Type="http://schemas.openxmlformats.org/officeDocument/2006/relationships/notesMaster" Target="/ppt/notesMasters/notesMaster1.xml" Id="Ra71ff509d0f94c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7163b26cc84a06" /><Relationship Type="http://schemas.openxmlformats.org/officeDocument/2006/relationships/notesMaster" Target="/ppt/notesMasters/notesMaster1.xml" Id="Rc49b69278f6444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505fa0aba14c61" /><Relationship Type="http://schemas.openxmlformats.org/officeDocument/2006/relationships/notesMaster" Target="/ppt/notesMasters/notesMaster1.xml" Id="R768c83c335a84d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60c4211b0743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6f64577f524bb2" /><Relationship Type="http://schemas.openxmlformats.org/officeDocument/2006/relationships/slideLayout" Target="/ppt/slideLayouts/slideLayout1.xml" Id="R5b7041bed84644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7041bed84644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e5aca71c84d6a" /><Relationship Type="http://schemas.openxmlformats.org/officeDocument/2006/relationships/image" Target="/ppt/media/image.png" Id="R88fa319419234f3b" /><Relationship Type="http://schemas.openxmlformats.org/officeDocument/2006/relationships/notesSlide" Target="/ppt/notesSlides/notesSlide1.xml" Id="R7bd4ec903e8d4a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f6cf3911540c3" /><Relationship Type="http://schemas.openxmlformats.org/officeDocument/2006/relationships/notesSlide" Target="/ppt/notesSlides/notesSlide2.xml" Id="R7f57b96f5e4342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765d4f8e34f87" /><Relationship Type="http://schemas.openxmlformats.org/officeDocument/2006/relationships/image" Target="/ppt/media/image2.png" Id="R42c9d501e10c45f9" /><Relationship Type="http://schemas.openxmlformats.org/officeDocument/2006/relationships/notesSlide" Target="/ppt/notesSlides/notesSlide3.xml" Id="Ra1fa4ca0156140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2830e71554813" /><Relationship Type="http://schemas.openxmlformats.org/officeDocument/2006/relationships/image" Target="/ppt/media/image3.png" Id="Rf66d8e6fab014faf" /><Relationship Type="http://schemas.openxmlformats.org/officeDocument/2006/relationships/notesSlide" Target="/ppt/notesSlides/notesSlide4.xml" Id="Ra46f05c0903143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02643e9f94626" /><Relationship Type="http://schemas.openxmlformats.org/officeDocument/2006/relationships/image" Target="/ppt/media/image4.png" Id="R40804a6f27e54f7e" /><Relationship Type="http://schemas.openxmlformats.org/officeDocument/2006/relationships/notesSlide" Target="/ppt/notesSlides/notesSlide5.xml" Id="Rdf771eca60cd4a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a2e8aa42b4cf8" /><Relationship Type="http://schemas.openxmlformats.org/officeDocument/2006/relationships/notesSlide" Target="/ppt/notesSlides/notesSlide6.xml" Id="R75815bbd851747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c58a5f8544851" /><Relationship Type="http://schemas.openxmlformats.org/officeDocument/2006/relationships/notesSlide" Target="/ppt/notesSlides/notesSlide7.xml" Id="R60eddc32517f45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25e7e084d4406" /><Relationship Type="http://schemas.openxmlformats.org/officeDocument/2006/relationships/notesSlide" Target="/ppt/notesSlides/notesSlide8.xml" Id="R52c5710db2f942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73356-978D-40BC-9FB3-870971A4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A40"/>
                </a:solidFill>
              </a:defRPr>
            </a:pPr>
            <a:r>
              <a:rPr sz="1050" b="1">
                <a:solidFill>
                  <a:srgbClr val="2B6A40"/>
                </a:solidFill>
              </a:rPr>
              <a:t>SMALL BOX GUIDED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246B1-0DBA-4983-B2CA-143ECEEA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266"/>
                </a:solidFill>
              </a:defRPr>
            </a:pPr>
            <a:r>
              <a:rPr sz="1050" b="1">
                <a:solidFill>
                  <a:srgbClr val="627266"/>
                </a:solidFill>
              </a:rPr>
              <a:t>1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0195C-B84B-4FA0-A3FF-08297B80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191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3E2A"/>
                </a:solidFill>
              </a:defRPr>
            </a:pPr>
            <a:r>
              <a:rPr sz="3900" b="1">
                <a:solidFill>
                  <a:srgbClr val="173E2A"/>
                </a:solidFill>
              </a:rPr>
              <a:t>Small Box: Weeks 1–2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393E9-4491-4FBD-9D63-D46A9604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25848"/>
                </a:solidFill>
              </a:defRPr>
            </a:pPr>
            <a:r>
              <a:rPr sz="2025" b="0">
                <a:solidFill>
                  <a:srgbClr val="425848"/>
                </a:solidFill>
              </a:rPr>
              <a:t>Brief, marking and safe preparation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a319419234f3b"/>
          <a:srcRect xmlns:a="http://schemas.openxmlformats.org/drawingml/2006/main" l="5814" t="0" r="58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066800"/>
            <a:ext cx="3619500" cy="4095750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</p:spTree>
    <p:extLst>
      <p:ext uri="{BB962C8B-B14F-4D97-AF65-F5344CB8AC3E}">
        <p14:creationId xmlns:p14="http://schemas.microsoft.com/office/powerpoint/2010/main" val="17310883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3E74D-ABE0-4C59-959D-0B558F60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A40"/>
                </a:solidFill>
              </a:defRPr>
            </a:pPr>
            <a:r>
              <a:rPr sz="1050" b="1">
                <a:solidFill>
                  <a:srgbClr val="2B6A40"/>
                </a:solidFill>
              </a:rPr>
              <a:t>SMALL BOX GUIDED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CCD1D-B184-451E-B94A-B92A5160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266"/>
                </a:solidFill>
              </a:defRPr>
            </a:pPr>
            <a:r>
              <a:rPr sz="1050" b="1">
                <a:solidFill>
                  <a:srgbClr val="627266"/>
                </a:solidFill>
              </a:rPr>
              <a:t>2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42D73-2E97-4090-B487-22A20F60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E2A"/>
                </a:solidFill>
              </a:defRPr>
            </a:pPr>
            <a:r>
              <a:rPr sz="3000" b="1">
                <a:solidFill>
                  <a:srgbClr val="173E2A"/>
                </a:solidFill>
              </a:rPr>
              <a:t>What you will learn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95E0E-F4F5-41DE-8F93-A8C52CCE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E2A"/>
                </a:solidFill>
              </a:defRPr>
            </a:pPr>
            <a:r>
              <a:rPr sz="2100" b="1">
                <a:solidFill>
                  <a:srgbClr val="173E2A"/>
                </a:solidFill>
              </a:rPr>
              <a:t>1. Approved project authority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8A351-5977-4283-8DB1-8175719B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E2A"/>
                </a:solidFill>
              </a:defRPr>
            </a:pPr>
            <a:r>
              <a:rPr sz="2100" b="1">
                <a:solidFill>
                  <a:srgbClr val="173E2A"/>
                </a:solidFill>
              </a:rPr>
              <a:t>2. Measure, mark and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52F69-A580-480B-AA25-09A5F8D4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E2A"/>
                </a:solidFill>
              </a:defRPr>
            </a:pPr>
            <a:r>
              <a:rPr sz="2100" b="1">
                <a:solidFill>
                  <a:srgbClr val="173E2A"/>
                </a:solidFill>
              </a:rPr>
              <a:t>3. Workshop controls</a:t>
            </a:r>
          </a:p>
        </p:txBody>
      </p:sp>
    </p:spTree>
    <p:extLst>
      <p:ext uri="{BB962C8B-B14F-4D97-AF65-F5344CB8AC3E}">
        <p14:creationId xmlns:p14="http://schemas.microsoft.com/office/powerpoint/2010/main" val="2087890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97FB3-96AE-4B22-9D0A-3D1B8FC0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A40"/>
                </a:solidFill>
              </a:defRPr>
            </a:pPr>
            <a:r>
              <a:rPr sz="1050" b="1">
                <a:solidFill>
                  <a:srgbClr val="2B6A40"/>
                </a:solidFill>
              </a:rPr>
              <a:t>SMALL BOX GUIDED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F8A83-5AD1-4BB5-90B3-519C06EB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266"/>
                </a:solidFill>
              </a:defRPr>
            </a:pPr>
            <a:r>
              <a:rPr sz="1050" b="1">
                <a:solidFill>
                  <a:srgbClr val="627266"/>
                </a:solidFill>
              </a:rPr>
              <a:t>3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FE94C-919A-4A52-BE09-B0920838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E2A"/>
                </a:solidFill>
              </a:defRPr>
            </a:pPr>
            <a:r>
              <a:rPr sz="3000" b="1">
                <a:solidFill>
                  <a:srgbClr val="173E2A"/>
                </a:solidFill>
              </a:rPr>
              <a:t>Approved project authority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F3AFB-134C-4058-AFCE-F561918F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25848"/>
                </a:solidFill>
              </a:defRPr>
            </a:pPr>
            <a:r>
              <a:rPr sz="1800" b="0">
                <a:solidFill>
                  <a:srgbClr val="425848"/>
                </a:solidFill>
              </a:rPr>
              <a:t>Use the approved project source and teacher direction for exact dimensions, settings and practical methods.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9d501e10c45f9"/>
          <a:srcRect xmlns:a="http://schemas.openxmlformats.org/drawingml/2006/main" l="0" t="9091" r="0" b="90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143000"/>
            <a:ext cx="4191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</p:spTree>
    <p:extLst>
      <p:ext uri="{BB962C8B-B14F-4D97-AF65-F5344CB8AC3E}">
        <p14:creationId xmlns:p14="http://schemas.microsoft.com/office/powerpoint/2010/main" val="8198296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907A8-423D-4C3F-A2FC-A844E31A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A40"/>
                </a:solidFill>
              </a:defRPr>
            </a:pPr>
            <a:r>
              <a:rPr sz="1050" b="1">
                <a:solidFill>
                  <a:srgbClr val="2B6A40"/>
                </a:solidFill>
              </a:rPr>
              <a:t>SMALL BOX GUIDED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26B94-2908-4615-9E72-27F6ABE9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266"/>
                </a:solidFill>
              </a:defRPr>
            </a:pPr>
            <a:r>
              <a:rPr sz="1050" b="1">
                <a:solidFill>
                  <a:srgbClr val="627266"/>
                </a:solidFill>
              </a:rPr>
              <a:t>4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DA1E7-5017-4CA8-9568-4F035BF4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E2A"/>
                </a:solidFill>
              </a:defRPr>
            </a:pPr>
            <a:r>
              <a:rPr sz="3000" b="1">
                <a:solidFill>
                  <a:srgbClr val="173E2A"/>
                </a:solidFill>
              </a:rPr>
              <a:t>Measure, mark and verify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9CAAB-B686-405E-AD11-DC8F4315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25848"/>
                </a:solidFill>
              </a:defRPr>
            </a:pPr>
            <a:r>
              <a:rPr sz="1800" b="0">
                <a:solidFill>
                  <a:srgbClr val="425848"/>
                </a:solidFill>
              </a:rPr>
              <a:t>Use the approved project source and teacher direction for exact dimensions, settings and practical methods.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6d8e6fab014faf"/>
          <a:srcRect xmlns:a="http://schemas.openxmlformats.org/drawingml/2006/main" l="15607" t="0" r="156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143000"/>
            <a:ext cx="4191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</p:spTree>
    <p:extLst>
      <p:ext uri="{BB962C8B-B14F-4D97-AF65-F5344CB8AC3E}">
        <p14:creationId xmlns:p14="http://schemas.microsoft.com/office/powerpoint/2010/main" val="1879335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7E326-9483-43D4-AD2F-6B7CCE1F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A40"/>
                </a:solidFill>
              </a:defRPr>
            </a:pPr>
            <a:r>
              <a:rPr sz="1050" b="1">
                <a:solidFill>
                  <a:srgbClr val="2B6A40"/>
                </a:solidFill>
              </a:rPr>
              <a:t>SMALL BOX GUIDED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0B8DD-0C51-43C4-BBF7-3D06B0EE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266"/>
                </a:solidFill>
              </a:defRPr>
            </a:pPr>
            <a:r>
              <a:rPr sz="1050" b="1">
                <a:solidFill>
                  <a:srgbClr val="627266"/>
                </a:solidFill>
              </a:rPr>
              <a:t>5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6D11D-CACD-4B50-8B25-4091FF00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E2A"/>
                </a:solidFill>
              </a:defRPr>
            </a:pPr>
            <a:r>
              <a:rPr sz="3000" b="1">
                <a:solidFill>
                  <a:srgbClr val="173E2A"/>
                </a:solidFill>
              </a:rPr>
              <a:t>Workshop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B0F7B-5F06-4CC7-B72B-B730A235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25848"/>
                </a:solidFill>
              </a:defRPr>
            </a:pPr>
            <a:r>
              <a:rPr sz="1800" b="0">
                <a:solidFill>
                  <a:srgbClr val="425848"/>
                </a:solidFill>
              </a:rPr>
              <a:t>Use the approved project source and teacher direction for exact dimensions, settings and practical methods.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04a6f27e54f7e"/>
          <a:srcRect xmlns:a="http://schemas.openxmlformats.org/drawingml/2006/main" l="15607" t="0" r="156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143000"/>
            <a:ext cx="4191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</p:spTree>
    <p:extLst>
      <p:ext uri="{BB962C8B-B14F-4D97-AF65-F5344CB8AC3E}">
        <p14:creationId xmlns:p14="http://schemas.microsoft.com/office/powerpoint/2010/main" val="552789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333A8-3579-491D-8D6E-3031E304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A40"/>
                </a:solidFill>
              </a:defRPr>
            </a:pPr>
            <a:r>
              <a:rPr sz="1050" b="1">
                <a:solidFill>
                  <a:srgbClr val="2B6A40"/>
                </a:solidFill>
              </a:rPr>
              <a:t>SMALL BOX GUIDED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E0435-DE0C-405C-B598-905D3CF4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266"/>
                </a:solidFill>
              </a:defRPr>
            </a:pPr>
            <a:r>
              <a:rPr sz="1050" b="1">
                <a:solidFill>
                  <a:srgbClr val="627266"/>
                </a:solidFill>
              </a:rPr>
              <a:t>6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B5479-1228-445F-9E99-782DDF63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E2A"/>
                </a:solidFill>
              </a:defRPr>
            </a:pPr>
            <a:r>
              <a:rPr sz="3000" b="1">
                <a:solidFill>
                  <a:srgbClr val="173E2A"/>
                </a:solidFill>
              </a:rPr>
              <a:t>Check your understanding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1F2F4-2187-4F59-AB75-E2DDA603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E2A"/>
                </a:solidFill>
              </a:defRPr>
            </a:pPr>
            <a:r>
              <a:rPr sz="1950" b="0">
                <a:solidFill>
                  <a:srgbClr val="173E2A"/>
                </a:solidFill>
              </a:rPr>
              <a:t>Use the module knowledge checks after each theory section. Revisit the relevant explanation before changing an answer.</a:t>
            </a:r>
          </a:p>
        </p:txBody>
      </p:sp>
    </p:spTree>
    <p:extLst>
      <p:ext uri="{BB962C8B-B14F-4D97-AF65-F5344CB8AC3E}">
        <p14:creationId xmlns:p14="http://schemas.microsoft.com/office/powerpoint/2010/main" val="19053849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4C950-4C53-4587-B48B-65255D11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A40"/>
                </a:solidFill>
              </a:defRPr>
            </a:pPr>
            <a:r>
              <a:rPr sz="1050" b="1">
                <a:solidFill>
                  <a:srgbClr val="2B6A40"/>
                </a:solidFill>
              </a:rPr>
              <a:t>SMALL BOX GUIDED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F439C-CFCF-4C8B-9372-F094BA70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266"/>
                </a:solidFill>
              </a:defRPr>
            </a:pPr>
            <a:r>
              <a:rPr sz="1050" b="1">
                <a:solidFill>
                  <a:srgbClr val="627266"/>
                </a:solidFill>
              </a:rPr>
              <a:t>7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145BC-AA12-4176-A5D9-B8B99D21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E2A"/>
                </a:solidFill>
              </a:defRPr>
            </a:pPr>
            <a:r>
              <a:rPr sz="3000" b="1">
                <a:solidFill>
                  <a:srgbClr val="173E2A"/>
                </a:solidFill>
              </a:rPr>
              <a:t>Read · Select · Explain ·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DB8A5-152D-4F46-B201-E11D9544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38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E2A"/>
                </a:solidFill>
              </a:defRPr>
            </a:pPr>
            <a:r>
              <a:rPr sz="1950" b="0">
                <a:solidFill>
                  <a:srgbClr val="173E2A"/>
                </a:solidFill>
              </a:rPr>
              <a:t>Read the question. Select evidence from the theory. Explain your decision in a complete sentence. Check it against the supplied guidance.</a:t>
            </a:r>
          </a:p>
        </p:txBody>
      </p:sp>
    </p:spTree>
    <p:extLst>
      <p:ext uri="{BB962C8B-B14F-4D97-AF65-F5344CB8AC3E}">
        <p14:creationId xmlns:p14="http://schemas.microsoft.com/office/powerpoint/2010/main" val="16925576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C2B84-A2BA-4657-BAFB-617F39DA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A40"/>
                </a:solidFill>
              </a:defRPr>
            </a:pPr>
            <a:r>
              <a:rPr sz="1050" b="1">
                <a:solidFill>
                  <a:srgbClr val="2B6A40"/>
                </a:solidFill>
              </a:rPr>
              <a:t>SMALL BOX GUIDED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D2C26-1D36-4E81-9ED8-6D4A2D6E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266"/>
                </a:solidFill>
              </a:defRPr>
            </a:pPr>
            <a:r>
              <a:rPr sz="1050" b="1">
                <a:solidFill>
                  <a:srgbClr val="627266"/>
                </a:solidFill>
              </a:rPr>
              <a:t>8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82A6A-42B9-4657-B833-80D2DA6C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E2A"/>
                </a:solidFill>
              </a:defRPr>
            </a:pPr>
            <a:r>
              <a:rPr sz="3000" b="1">
                <a:solidFill>
                  <a:srgbClr val="173E2A"/>
                </a:solidFill>
              </a:rPr>
              <a:t>Before you leave the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73A9D-FC51-471D-A2C6-E9A8B7A2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E2A"/>
                </a:solidFill>
              </a:defRPr>
            </a:pPr>
            <a:r>
              <a:rPr sz="1950" b="0">
                <a:solidFill>
                  <a:srgbClr val="173E2A"/>
                </a:solidFill>
              </a:rPr>
              <a:t>Save your evidence, record any teacher questions and download your completed module PDF.</a:t>
            </a:r>
          </a:p>
        </p:txBody>
      </p:sp>
    </p:spTree>
    <p:extLst>
      <p:ext uri="{BB962C8B-B14F-4D97-AF65-F5344CB8AC3E}">
        <p14:creationId xmlns:p14="http://schemas.microsoft.com/office/powerpoint/2010/main" val="1467161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2026-08-15T09:15:46.5940000Z</dcterms:created>
  <dcterms:modified xsi:type="dcterms:W3CDTF">2026-08-15T09:15:46.5940000Z</dcterms:modified>
</coreProperties>
</file>