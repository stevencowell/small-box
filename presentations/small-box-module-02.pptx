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b9b757018946f8" /><Relationship Type="http://schemas.openxmlformats.org/officeDocument/2006/relationships/extended-properties" Target="/docProps/app.xml" Id="Rf90e80a35ba34221" /><Relationship Type="http://schemas.openxmlformats.org/officeDocument/2006/relationships/officeDocument" Target="/ppt/presentation.xml" Id="R40c167a0ea9f46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83138c9e24ff4"/>
  </p:sldMasterIdLst>
  <p:notesMasterIdLst>
    <p:notesMasterId xmlns:r="http://schemas.openxmlformats.org/officeDocument/2006/relationships" r:id="R3ccf8b6d18cc490c"/>
  </p:notesMasterIdLst>
  <p:sldIdLst>
    <p:sldId xmlns:r="http://schemas.openxmlformats.org/officeDocument/2006/relationships" id="256" r:id="R6172e20752764fcd"/>
    <p:sldId xmlns:r="http://schemas.openxmlformats.org/officeDocument/2006/relationships" id="257" r:id="R80f1294c5bed424f"/>
    <p:sldId xmlns:r="http://schemas.openxmlformats.org/officeDocument/2006/relationships" id="258" r:id="R282f0de1ab5e442b"/>
    <p:sldId xmlns:r="http://schemas.openxmlformats.org/officeDocument/2006/relationships" id="259" r:id="R6ba5a1b38dbc4e0a"/>
    <p:sldId xmlns:r="http://schemas.openxmlformats.org/officeDocument/2006/relationships" id="260" r:id="Rfc3be2d2414d4d31"/>
    <p:sldId xmlns:r="http://schemas.openxmlformats.org/officeDocument/2006/relationships" id="261" r:id="R4014b637bf384e56"/>
    <p:sldId xmlns:r="http://schemas.openxmlformats.org/officeDocument/2006/relationships" id="262" r:id="R08c719d0aeca468d"/>
    <p:sldId xmlns:r="http://schemas.openxmlformats.org/officeDocument/2006/relationships" id="263" r:id="Rfc835e28302b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87e647c024251" /><Relationship Type="http://schemas.openxmlformats.org/officeDocument/2006/relationships/slideMaster" Target="/ppt/slideMasters/slideMaster1.xml" Id="R68683138c9e24ff4" /><Relationship Type="http://schemas.openxmlformats.org/officeDocument/2006/relationships/notesMaster" Target="/ppt/notesMasters/notesMaster1.xml" Id="R3ccf8b6d18cc490c" /><Relationship Type="http://schemas.openxmlformats.org/officeDocument/2006/relationships/presProps" Target="/ppt/presProps.xml" Id="Rc30b576199d04ec0" /><Relationship Type="http://schemas.openxmlformats.org/officeDocument/2006/relationships/tableStyles" Target="/ppt/tableStyles.xml" Id="R710c17c766254ead" /><Relationship Type="http://schemas.openxmlformats.org/officeDocument/2006/relationships/slide" Target="/ppt/slides/slide1.xml" Id="R6172e20752764fcd" /><Relationship Type="http://schemas.openxmlformats.org/officeDocument/2006/relationships/slide" Target="/ppt/slides/slide2.xml" Id="R80f1294c5bed424f" /><Relationship Type="http://schemas.openxmlformats.org/officeDocument/2006/relationships/slide" Target="/ppt/slides/slide3.xml" Id="R282f0de1ab5e442b" /><Relationship Type="http://schemas.openxmlformats.org/officeDocument/2006/relationships/slide" Target="/ppt/slides/slide4.xml" Id="R6ba5a1b38dbc4e0a" /><Relationship Type="http://schemas.openxmlformats.org/officeDocument/2006/relationships/slide" Target="/ppt/slides/slide5.xml" Id="Rfc3be2d2414d4d31" /><Relationship Type="http://schemas.openxmlformats.org/officeDocument/2006/relationships/slide" Target="/ppt/slides/slide6.xml" Id="R4014b637bf384e56" /><Relationship Type="http://schemas.openxmlformats.org/officeDocument/2006/relationships/slide" Target="/ppt/slides/slide7.xml" Id="R08c719d0aeca468d" /><Relationship Type="http://schemas.openxmlformats.org/officeDocument/2006/relationships/slide" Target="/ppt/slides/slide8.xml" Id="Rfc835e28302b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780bfb966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9475e209c4154" /><Relationship Type="http://schemas.openxmlformats.org/officeDocument/2006/relationships/notesMaster" Target="/ppt/notesMasters/notesMaster1.xml" Id="Rbe68af233314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d88d2c7177428c" /><Relationship Type="http://schemas.openxmlformats.org/officeDocument/2006/relationships/notesMaster" Target="/ppt/notesMasters/notesMaster1.xml" Id="Ra4473ae1565241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af4980c3d4402" /><Relationship Type="http://schemas.openxmlformats.org/officeDocument/2006/relationships/notesMaster" Target="/ppt/notesMasters/notesMaster1.xml" Id="Rc49b5a3be79e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ab51664084f78" /><Relationship Type="http://schemas.openxmlformats.org/officeDocument/2006/relationships/notesMaster" Target="/ppt/notesMasters/notesMaster1.xml" Id="Rb223a75c4305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19d21070545ca" /><Relationship Type="http://schemas.openxmlformats.org/officeDocument/2006/relationships/notesMaster" Target="/ppt/notesMasters/notesMaster1.xml" Id="R6299d14a4aa1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1ba403d8b64639" /><Relationship Type="http://schemas.openxmlformats.org/officeDocument/2006/relationships/notesMaster" Target="/ppt/notesMasters/notesMaster1.xml" Id="Rcd86d13f4b6446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0f89a2d4724360" /><Relationship Type="http://schemas.openxmlformats.org/officeDocument/2006/relationships/notesMaster" Target="/ppt/notesMasters/notesMaster1.xml" Id="R2f6388631b494d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1a68f931324e5e" /><Relationship Type="http://schemas.openxmlformats.org/officeDocument/2006/relationships/notesMaster" Target="/ppt/notesMasters/notesMaster1.xml" Id="R79830328bca24c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9455690c5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66f869cea4ccc" /><Relationship Type="http://schemas.openxmlformats.org/officeDocument/2006/relationships/slideLayout" Target="/ppt/slideLayouts/slideLayout1.xml" Id="R3d113d86817a44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13d86817a44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8ec1b3c34b2f" /><Relationship Type="http://schemas.openxmlformats.org/officeDocument/2006/relationships/image" Target="/ppt/media/image.png" Id="R9028f1dd253a4a6f" /><Relationship Type="http://schemas.openxmlformats.org/officeDocument/2006/relationships/notesSlide" Target="/ppt/notesSlides/notesSlide1.xml" Id="Ra0991ab205da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0cca45e14a2e" /><Relationship Type="http://schemas.openxmlformats.org/officeDocument/2006/relationships/notesSlide" Target="/ppt/notesSlides/notesSlide2.xml" Id="Rb223e019487347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6a75018e742bb" /><Relationship Type="http://schemas.openxmlformats.org/officeDocument/2006/relationships/image" Target="/ppt/media/image2.png" Id="R092e3b87f8524d1d" /><Relationship Type="http://schemas.openxmlformats.org/officeDocument/2006/relationships/notesSlide" Target="/ppt/notesSlides/notesSlide3.xml" Id="Ree4f8355c2dc4f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3cfeb377443ab" /><Relationship Type="http://schemas.openxmlformats.org/officeDocument/2006/relationships/image" Target="/ppt/media/image3.png" Id="R8153627f50ea4558" /><Relationship Type="http://schemas.openxmlformats.org/officeDocument/2006/relationships/notesSlide" Target="/ppt/notesSlides/notesSlide4.xml" Id="Rc439518a00d54d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9a2b9fb6a4c5d" /><Relationship Type="http://schemas.openxmlformats.org/officeDocument/2006/relationships/image" Target="/ppt/media/image4.png" Id="R625771e9bf5b4ac0" /><Relationship Type="http://schemas.openxmlformats.org/officeDocument/2006/relationships/notesSlide" Target="/ppt/notesSlides/notesSlide5.xml" Id="Rce0068ba389640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3922caefc4188" /><Relationship Type="http://schemas.openxmlformats.org/officeDocument/2006/relationships/notesSlide" Target="/ppt/notesSlides/notesSlide6.xml" Id="R9a82aa3e18ee49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95a32a50a4758" /><Relationship Type="http://schemas.openxmlformats.org/officeDocument/2006/relationships/notesSlide" Target="/ppt/notesSlides/notesSlide7.xml" Id="R846de4478a124b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7068ec2604df6" /><Relationship Type="http://schemas.openxmlformats.org/officeDocument/2006/relationships/notesSlide" Target="/ppt/notesSlides/notesSlide8.xml" Id="R230e1ce0918a48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8793E-806B-4214-9ECE-B30838C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88B8E-A819-490D-96E7-154B2A0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1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871D-39B8-4B87-A35E-82F5F4B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E2A"/>
                </a:solidFill>
              </a:defRPr>
            </a:pPr>
            <a:r>
              <a:rPr sz="3900" b="1">
                <a:solidFill>
                  <a:srgbClr val="173E2A"/>
                </a:solidFill>
              </a:rPr>
              <a:t>Small Box: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EA2F3-E266-4AAA-BEF6-002A0C6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5848"/>
                </a:solidFill>
              </a:defRPr>
            </a:pPr>
            <a:r>
              <a:rPr sz="2025" b="0">
                <a:solidFill>
                  <a:srgbClr val="425848"/>
                </a:solidFill>
              </a:rPr>
              <a:t>Joinery, dry fitting and square assembly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8f1dd253a4a6f"/>
          <a:srcRect xmlns:a="http://schemas.openxmlformats.org/drawingml/2006/main" l="5814" t="0" r="5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3619500" cy="4095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</p:spTree>
    <p:extLst>
      <p:ext uri="{BB962C8B-B14F-4D97-AF65-F5344CB8AC3E}">
        <p14:creationId xmlns:p14="http://schemas.microsoft.com/office/powerpoint/2010/main" val="280307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74717-D9A3-418F-AC86-E03C944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ADECB-C3C4-4036-B41B-5A9B765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869C3-1E6B-4FBE-B60B-E41229ED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What you will 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C207-5CF0-4B49-AC55-BC177180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1. Joint sequence and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AC035-F425-404B-8370-DD67DFAC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2. Dry fit and square glue-up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26A06-9BE0-414D-A7E0-20E37B7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3. Correction and evidence</a:t>
            </a:r>
          </a:p>
        </p:txBody>
      </p:sp>
    </p:spTree>
    <p:extLst>
      <p:ext uri="{BB962C8B-B14F-4D97-AF65-F5344CB8AC3E}">
        <p14:creationId xmlns:p14="http://schemas.microsoft.com/office/powerpoint/2010/main" val="412900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07BC-B506-468D-9D8F-D777E2D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6BED2-8D8F-43FA-9241-6EE0844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9FB1E-E150-45D3-911D-D1BE7FAA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Joint sequence and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FE958-29B8-40B4-BA7F-F2342063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e3b87f8524d1d"/>
          <a:srcRect xmlns:a="http://schemas.openxmlformats.org/drawingml/2006/main" l="0" t="9091" r="0" b="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588111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2963-3DAB-4A9B-86F6-6F2C036F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3FEC8-72FF-4DCE-BFBF-5FD084A5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0401-AC97-44CB-9835-43DED43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Dry fit and square glue-up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24172-08F0-42B3-9D27-DD5F3262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3627f50ea4558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63059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0D2A7-8F9E-4B56-A1F6-A20CAB40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469E-C5EF-4889-8371-5E6F153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374F3-2652-442D-821A-FF589F6F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Correction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1555-8EEF-4630-BC79-19963A53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771e9bf5b4ac0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2101085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BBBB7-A8A1-418E-8E4D-D8279DE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ED15-B6DF-4931-8023-B197B38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33E8F-D709-4F43-BEE0-C26196DC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Check your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372E-149D-443F-8C52-A23E5C43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Use the module knowledge checks after each theory section. Revisit the relevant explanation before changing an answer.</a:t>
            </a:r>
          </a:p>
        </p:txBody>
      </p:sp>
    </p:spTree>
    <p:extLst>
      <p:ext uri="{BB962C8B-B14F-4D97-AF65-F5344CB8AC3E}">
        <p14:creationId xmlns:p14="http://schemas.microsoft.com/office/powerpoint/2010/main" val="1031271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97974-A274-4341-8EA1-32C32CE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47AAD-AAE7-4B7B-9F43-E5D7BD7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2B670-F4F1-4251-A529-E040651F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Read · Select · Explain ·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801EB-1254-4299-A3C7-6BF23BF8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Read the question. Select evidence from the theory. Explain your decision in a complete sentence. Check it against the supplied guidance.</a:t>
            </a:r>
          </a:p>
        </p:txBody>
      </p:sp>
    </p:spTree>
    <p:extLst>
      <p:ext uri="{BB962C8B-B14F-4D97-AF65-F5344CB8AC3E}">
        <p14:creationId xmlns:p14="http://schemas.microsoft.com/office/powerpoint/2010/main" val="807786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C1676-4EC8-482E-8C5A-ED02E15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5C892-DA9F-4AE3-9310-EA948DE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26366-2459-42C2-8C82-4B97FF0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Before you leave the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B4B94-C56D-4654-9EAF-13471F8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Save your evidence, record any teacher questions and download your completed module PDF.</a:t>
            </a:r>
          </a:p>
        </p:txBody>
      </p:sp>
    </p:spTree>
    <p:extLst>
      <p:ext uri="{BB962C8B-B14F-4D97-AF65-F5344CB8AC3E}">
        <p14:creationId xmlns:p14="http://schemas.microsoft.com/office/powerpoint/2010/main" val="1668718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2026-08-15T09:15:47.2810000Z</dcterms:created>
  <dcterms:modified xsi:type="dcterms:W3CDTF">2026-08-15T09:15:47.2810000Z</dcterms:modified>
</coreProperties>
</file>